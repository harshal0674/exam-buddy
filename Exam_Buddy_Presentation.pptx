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 Buddy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Full-Stack Educational Resource Platform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with Next.js · Prisma · SQLite · AI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pain points does Exam Buddy solve?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Study materials are scattered across WhatsApp groups, emails, and photocopies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struggle to find semester-specific and subject-specific resources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Teachers lack a professional platform to share structured content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Previous year papers are hard to aggregate and lack intelligent analysis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free AI tool exists to help students predict likely exam questions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we set out to build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Centralized platform for all educational materials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Teacher portal: Upload PDFs tagged by Semester &amp; Subject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 portal: Filtered access — only relevant materials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layer: Generate expected exam questions &amp; summaries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Apple-style dark mode UI — premium look and feel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 free-to-run: No paid APIs or cloud services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Technology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Tools and frameworks powering Exam Buddy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0" y="173736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Next.js 16 (App Router) + Vanilla CSS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21284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SQLite via Prisma 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883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 Storage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926080" y="2688336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file system (public/uploads)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6382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3163824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Cookie-based mock role auth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393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26080" y="3639312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Mock endpoint (Gemini API-ready)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Runtime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411480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Node.js LTS on Windows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the components fit together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7315200" cy="3474720"/>
          </a:xfrm>
          <a:prstGeom prst="rect">
            <a:avLst/>
          </a:prstGeom>
          <a:solidFill>
            <a:srgbClr val="1D1D1F"/>
          </a:solidFill>
          <a:ln w="12700">
            <a:solidFill>
              <a:srgbClr val="333336"/>
            </a:solidFill>
          </a:ln>
        </p:spPr>
        <p:txBody>
          <a:bodyPr wrap="square" lIns="203200" tIns="203200" rIns="203200" bIns="20320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Client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(Next.js Pages &amp; Components)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↕  HTTP / REST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Server (API Routes)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↙               ↓               ↘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Prisma ORM    File System    AI Endpoint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5F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(SQLite DB)   (PDF files)   (Mock/Gemini)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Teacher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teachers can do on Exam Buddy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Secure role-based login as Teacher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PDFs: notes, papers, expected questions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Tag each upload with Semester (1–8) and Subject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all uploaded documents in a responsive grid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card shows: title, date, semester, subject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Delete documents uploaded by mistake (upcoming)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students experience on Exam Buddy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Secure role-based login as Student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Smart onboarding: 'Which semester are you in?'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preferred subject to filter content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relevant materials are shown — no noise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'Change Filters' button to switch anytime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documents in a built-in PDF viewer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Intelligent insights at the click of a button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Integrated AI sidebar on every Document Viewer page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Button: 'Generate Expected Questions' → returns likely exam questions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Button: 'Summarize Document' → returns concise notes summary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Backend endpoint is Gemini API-ready (free tier)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Currently uses a smart mock engine for demonstration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Easily upgraded by plugging in a free Google Gemini API key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core models power the platform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User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(UUID, PK)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 (String)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role (TEACHER | STUDENT)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createdAt (DateTime)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97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Document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21488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id (UUID, PK)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title, description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semester, subject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fileUrl (local path)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teacherId (FK → User)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createdAt (DateTime)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Teacher → Many Documents (1:N relationship)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UI/UX Design Philosophy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Inspired by Apple's design language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Pure black (#000000) background — same as apple.com dark mode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Typography: -apple-system / SF Pro Text font stack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Glassmorphism nav bar: backdrop-filter blur(20px)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Accent color: #2997FF (Apple's signature blue)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Micro-animations: cards lift on hover, smooth transitions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utility frameworks — 100% custom vanilla CSS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 &amp; Solutions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technical hurdles overcome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Node.js not in PATH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480560" y="17373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Used full executable path + winget installer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Prisma v7 breaking changes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2286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Downgraded to stable Prisma v5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Folder name with spaces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Created project in temp dir, then moved files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⚠ React Hydration Mismatch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0D15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Ensured consistent server/client date rendering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Enhancements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Roadmap for the next version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Authentication — NextAuth.js with Google OAuth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 AI — Google Gemini API (free tier) for true PDF analysis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PDF Text Extraction — using pdf-parse library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Delete &amp; Edit for Teachers — manage uploads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 — full-text search across all documents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Cloud Deployment — Vercel + Supabase (free tiers)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 App — React Native companion app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Exam Buddy successfully bridges the gap between teachers and students by providing a centralized, intelligent, and beautifully designed educational platform.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7432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✅ Free to run — no paid services required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✅ Production-ready architecture — easy to extend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✅ AI-ready — one API key away from real intelligence</a:t>
            </a:r>
            <a:endParaRPr lang="en-US" sz="1500" dirty="0"/>
          </a:p>
          <a:p>
            <a:pPr>
              <a:spcAft>
                <a:spcPts val="800"/>
              </a:spcAft>
            </a:pPr>
            <a:r>
              <a:rPr lang="en-US" sz="1500" dirty="0">
                <a:solidFill>
                  <a:srgbClr val="F5F5F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✅ Premium UI — Apple-inspired dark mode design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86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Built with Next.js · Prisma · SQLite · Vanilla CSS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2026-05-19T15:39:22Z</dcterms:created>
  <dcterms:modified xsi:type="dcterms:W3CDTF">2026-05-19T15:39:22Z</dcterms:modified>
</cp:coreProperties>
</file>